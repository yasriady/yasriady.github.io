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okwi.com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 Praktikum Teknologi Internet of Things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ESP32 dan Sensor DHT22 Mengirim Data ke Web API</a:t>
            </a:r>
            <a:br/>
            <a:br/>
            <a:r>
              <a:rPr/>
              <a:t>Dedy Yasriady, M.Kom.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Deskripsi Praktikum</a:t>
            </a:r>
          </a:p>
          <a:p>
            <a:pPr lvl="0" indent="0" marL="0">
              <a:buNone/>
            </a:pPr>
            <a:r>
              <a:rPr/>
              <a:t>Pada praktikum ini mahasiswa akan mempelajari implementasi dasar sistem Internet of Things (IoT) menggunakan:</a:t>
            </a:r>
          </a:p>
          <a:p>
            <a:pPr lvl="0"/>
            <a:r>
              <a:rPr/>
              <a:t>ESP32</a:t>
            </a:r>
          </a:p>
          <a:p>
            <a:pPr lvl="0"/>
            <a:r>
              <a:rPr/>
              <a:t>Sensor DHT22</a:t>
            </a:r>
          </a:p>
          <a:p>
            <a:pPr lvl="0"/>
            <a:r>
              <a:rPr/>
              <a:t>WiFi</a:t>
            </a:r>
          </a:p>
          <a:p>
            <a:pPr lvl="0"/>
            <a:r>
              <a:rPr/>
              <a:t>REST API berbasis HTTP/HTTPS</a:t>
            </a:r>
          </a:p>
          <a:p>
            <a:pPr lvl="0"/>
            <a:r>
              <a:rPr/>
              <a:t>JSON</a:t>
            </a:r>
          </a:p>
          <a:p>
            <a:pPr lvl="0" indent="0" marL="0">
              <a:buNone/>
            </a:pPr>
            <a:r>
              <a:rPr/>
              <a:t>Mahasiswa akan melakukan pembacaan data suhu dan kelembaban dari sensor DHT22, kemudian mengirimkan data tersebut ke server web menggunakan metode HTTP POST.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Capaian Pembelajaran</a:t>
            </a:r>
          </a:p>
          <a:p>
            <a:pPr lvl="0" indent="0" marL="0">
              <a:buNone/>
            </a:pPr>
            <a:r>
              <a:rPr/>
              <a:t>Setelah menyelesaikan praktikum ini mahasiswa diharapkan mampu:</a:t>
            </a:r>
          </a:p>
          <a:p>
            <a:pPr lvl="0" indent="-342900" marL="342900">
              <a:buAutoNum type="arabicPeriod"/>
            </a:pPr>
            <a:r>
              <a:rPr/>
              <a:t>Memahami konsep dasar Internet of Things.</a:t>
            </a:r>
          </a:p>
          <a:p>
            <a:pPr lvl="0" indent="-342900" marL="342900">
              <a:buAutoNum type="arabicPeriod"/>
            </a:pPr>
            <a:r>
              <a:rPr/>
              <a:t>Menghubungkan ESP32 ke jaringan WiFi.</a:t>
            </a:r>
          </a:p>
          <a:p>
            <a:pPr lvl="0" indent="-342900" marL="342900">
              <a:buAutoNum type="arabicPeriod"/>
            </a:pPr>
            <a:r>
              <a:rPr/>
              <a:t>Membaca data sensor DHT22.</a:t>
            </a:r>
          </a:p>
          <a:p>
            <a:pPr lvl="0" indent="-342900" marL="342900">
              <a:buAutoNum type="arabicPeriod"/>
            </a:pPr>
            <a:r>
              <a:rPr/>
              <a:t>Mengirim data ke Web API menggunakan HTTP POST.</a:t>
            </a:r>
          </a:p>
          <a:p>
            <a:pPr lvl="0" indent="-342900" marL="342900">
              <a:buAutoNum type="arabicPeriod"/>
            </a:pPr>
            <a:r>
              <a:rPr/>
              <a:t>Memahami format data JSON pada sistem IoT.</a:t>
            </a:r>
          </a:p>
          <a:p>
            <a:pPr lvl="0" indent="-342900" marL="342900">
              <a:buAutoNum type="arabicPeriod"/>
            </a:pPr>
            <a:r>
              <a:rPr/>
              <a:t>Melakukan simulasi IoT menggunakan Wokwi.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Dasar Teori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Internet of Things (IoT)</a:t>
            </a:r>
          </a:p>
          <a:p>
            <a:pPr lvl="0" indent="0" marL="0">
              <a:buNone/>
            </a:pPr>
            <a:r>
              <a:rPr/>
              <a:t>Internet of Things merupakan konsep dimana perangkat fisik dapat saling terhubung melalui jaringan internet untuk mengirim dan menerima data secara otomatis.</a:t>
            </a:r>
          </a:p>
          <a:p>
            <a:pPr lvl="0" indent="0" marL="0">
              <a:buNone/>
            </a:pPr>
            <a:r>
              <a:rPr/>
              <a:t>Contoh implementasi IoT:</a:t>
            </a:r>
          </a:p>
          <a:p>
            <a:pPr lvl="0"/>
            <a:r>
              <a:rPr/>
              <a:t>Monitoring suhu ruangan</a:t>
            </a:r>
          </a:p>
          <a:p>
            <a:pPr lvl="0"/>
            <a:r>
              <a:rPr/>
              <a:t>Smart home</a:t>
            </a:r>
          </a:p>
          <a:p>
            <a:pPr lvl="0"/>
            <a:r>
              <a:rPr/>
              <a:t>Smart city</a:t>
            </a:r>
          </a:p>
          <a:p>
            <a:pPr lvl="0"/>
            <a:r>
              <a:rPr/>
              <a:t>Monitoring lingkungan</a:t>
            </a:r>
          </a:p>
          <a:p>
            <a:pPr lvl="0"/>
            <a:r>
              <a:rPr/>
              <a:t>Sistem pertanian pintar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ESP32</a:t>
            </a:r>
          </a:p>
          <a:p>
            <a:pPr lvl="0" indent="0" marL="0">
              <a:buNone/>
            </a:pPr>
            <a:r>
              <a:rPr/>
              <a:t>ESP32 adalah mikrokontroler yang memiliki fitur:</a:t>
            </a:r>
          </a:p>
          <a:p>
            <a:pPr lvl="0"/>
            <a:r>
              <a:rPr/>
              <a:t>WiFi</a:t>
            </a:r>
          </a:p>
          <a:p>
            <a:pPr lvl="0"/>
            <a:r>
              <a:rPr/>
              <a:t>Bluetooth</a:t>
            </a:r>
          </a:p>
          <a:p>
            <a:pPr lvl="0"/>
            <a:r>
              <a:rPr/>
              <a:t>GPIO</a:t>
            </a:r>
          </a:p>
          <a:p>
            <a:pPr lvl="0"/>
            <a:r>
              <a:rPr/>
              <a:t>ADC</a:t>
            </a:r>
          </a:p>
          <a:p>
            <a:pPr lvl="0"/>
            <a:r>
              <a:rPr/>
              <a:t>PWM</a:t>
            </a:r>
          </a:p>
          <a:p>
            <a:pPr lvl="0"/>
            <a:r>
              <a:rPr/>
              <a:t>Deep Sleep</a:t>
            </a:r>
          </a:p>
          <a:p>
            <a:pPr lvl="0" indent="0" marL="0">
              <a:buNone/>
            </a:pPr>
            <a:r>
              <a:rPr/>
              <a:t>ESP32 sangat populer dalam pengembangan IoT karena murah dan memiliki kemampuan jaringan yang baik.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Sensor DHT22</a:t>
            </a:r>
          </a:p>
          <a:p>
            <a:pPr lvl="0" indent="0" marL="0">
              <a:buNone/>
            </a:pPr>
            <a:r>
              <a:rPr/>
              <a:t>Sensor DHT22 digunakan untuk membaca:</a:t>
            </a:r>
          </a:p>
          <a:p>
            <a:pPr lvl="0"/>
            <a:r>
              <a:rPr/>
              <a:t>Suhu</a:t>
            </a:r>
          </a:p>
          <a:p>
            <a:pPr lvl="0"/>
            <a:r>
              <a:rPr/>
              <a:t>Kelembaban udara</a:t>
            </a:r>
          </a:p>
          <a:p>
            <a:pPr lvl="0" indent="0" marL="0">
              <a:buNone/>
            </a:pPr>
            <a:r>
              <a:rPr/>
              <a:t>Karakteristik DHT22: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Nilai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Tegangan kerja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3.3V – 5V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Rentang suhu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-40°C s/d 80°C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Rentang kelembaban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 – 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Akurasi suhu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±0.5°C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HTTP POST</a:t>
            </a:r>
          </a:p>
          <a:p>
            <a:pPr lvl="0" indent="0" marL="0">
              <a:buNone/>
            </a:pPr>
            <a:r>
              <a:rPr/>
              <a:t>HTTP POST digunakan untuk mengirim data dari perangkat IoT menuju server.</a:t>
            </a:r>
          </a:p>
          <a:p>
            <a:pPr lvl="0" indent="0" marL="0">
              <a:buNone/>
            </a:pPr>
            <a:r>
              <a:rPr/>
              <a:t>Pada praktikum ini data dikirim dalam format JSON.</a:t>
            </a:r>
          </a:p>
          <a:p>
            <a:pPr lvl="0" indent="0" marL="0">
              <a:buNone/>
            </a:pPr>
            <a:r>
              <a:rPr/>
              <a:t>Contoh: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"temperature"</a:t>
            </a:r>
            <a:r>
              <a:rPr>
                <a:solidFill>
                  <a:srgbClr val="4758AB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28.5</a:t>
            </a:r>
            <a:r>
              <a:rPr>
                <a:solidFill>
                  <a:srgbClr val="4758AB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"humidity"</a:t>
            </a:r>
            <a:r>
              <a:rPr>
                <a:solidFill>
                  <a:srgbClr val="4758AB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70.2</a:t>
            </a:r>
            <a:r>
              <a:rPr>
                <a:solidFill>
                  <a:srgbClr val="4758AB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"device_id"</a:t>
            </a:r>
            <a:r>
              <a:rPr>
                <a:solidFill>
                  <a:srgbClr val="4758AB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"esp32-wokwi-02"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}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Alat dan Bahan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Perangkat Keras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Nama Komponen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ESP32 DevKit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 DHT22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Kabel Jumper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Breadboard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Perangkat Lunak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Arduino 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Wokwi Simulator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Browser Web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Topologi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A[DHT22 Sensor] --&gt; B[ESP32]
    B --&gt; C[WiFi]
    C --&gt; D[Internet]
    D --&gt; E[Web API Server]
    E --&gt; F[Database]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Wiring Diagram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Koneksi DHT22 ke ESP32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Pin DHT22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Pin ESP32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3.3V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GPIO 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Tambahkan resistor pull-up 10K antara:</a:t>
            </a:r>
          </a:p>
          <a:p>
            <a:pPr lvl="0"/>
            <a:r>
              <a:rPr/>
              <a:t>DATA ↔ VCC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Persiapan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 library berikut pada Arduino IDE:</a:t>
            </a:r>
          </a:p>
          <a:p>
            <a:pPr lvl="0" indent="-342900" marL="342900">
              <a:buAutoNum type="arabicPeriod"/>
            </a:pPr>
            <a:r>
              <a:rPr/>
              <a:t>DHT sensor library by Adafruit</a:t>
            </a:r>
          </a:p>
          <a:p>
            <a:pPr lvl="0" indent="-342900" marL="342900">
              <a:buAutoNum type="arabicPeriod"/>
            </a:pPr>
            <a:r>
              <a:rPr/>
              <a:t>Adafruit Unified Sensor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 Code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&lt;WiFi.h&gt;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&lt;WiFiClientSecure.h&gt;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&lt;HTTPClient.h&gt;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&lt;DHT.h&gt;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// ================= CONFIG =================</a:t>
            </a:r>
            <a:br/>
            <a:r>
              <a:rPr>
                <a:solidFill>
                  <a:srgbClr val="657422"/>
                </a:solidFill>
                <a:latin typeface="Courier"/>
              </a:rPr>
              <a:t>const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char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WIFI_SSID    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"Wokwi-GUEST"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r>
              <a:rPr>
                <a:solidFill>
                  <a:srgbClr val="657422"/>
                </a:solidFill>
                <a:latin typeface="Courier"/>
              </a:rPr>
              <a:t>const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char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WIFI_PASSWORD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57422"/>
                </a:solidFill>
                <a:latin typeface="Courier"/>
              </a:rPr>
              <a:t>const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char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API_URL  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"https://iotweb.apache.web.id/api/save-data"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r>
              <a:rPr>
                <a:solidFill>
                  <a:srgbClr val="657422"/>
                </a:solidFill>
                <a:latin typeface="Courier"/>
              </a:rPr>
              <a:t>const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char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API_TOKEN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"YOUR_TOKEN"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57422"/>
                </a:solidFill>
                <a:latin typeface="Courier"/>
              </a:rPr>
              <a:t>const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char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DEVICE_ID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"esp32-wokwi-02"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// ===== DHT22 CONFIG =====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#define DHTPIN 15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#define DHTTYPE </a:t>
            </a:r>
            <a:r>
              <a:rPr>
                <a:solidFill>
                  <a:srgbClr val="003B4F"/>
                </a:solidFill>
                <a:latin typeface="Courier"/>
              </a:rPr>
              <a:t>DHT22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DHT dht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DHTPIN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DHTTYPE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// ==========================================</a:t>
            </a:r>
            <a:br/>
            <a:br/>
            <a:r>
              <a:rPr>
                <a:solidFill>
                  <a:srgbClr val="AD0000"/>
                </a:solidFill>
                <a:latin typeface="Courier"/>
              </a:rPr>
              <a:t>void</a:t>
            </a:r>
            <a:r>
              <a:rPr>
                <a:solidFill>
                  <a:srgbClr val="003B4F"/>
                </a:solidFill>
                <a:latin typeface="Courier"/>
              </a:rPr>
              <a:t> setup</a:t>
            </a:r>
            <a:r>
              <a:rPr>
                <a:solidFill>
                  <a:srgbClr val="5E5E5E"/>
                </a:solidFill>
                <a:latin typeface="Courier"/>
              </a:rPr>
              <a:t>()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begin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115200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dht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begin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WiFi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begin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WIFI_SSID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WIFI_PASSWORD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"Menghubungkan WiFi"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while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WiFi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status</a:t>
            </a:r>
            <a:r>
              <a:rPr>
                <a:solidFill>
                  <a:srgbClr val="5E5E5E"/>
                </a:solidFill>
                <a:latin typeface="Courier"/>
              </a:rPr>
              <a:t>()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WL_CONNECTED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delay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"WiFi Connected"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AD0000"/>
                </a:solidFill>
                <a:latin typeface="Courier"/>
              </a:rPr>
              <a:t>void</a:t>
            </a:r>
            <a:r>
              <a:rPr>
                <a:solidFill>
                  <a:srgbClr val="003B4F"/>
                </a:solidFill>
                <a:latin typeface="Courier"/>
              </a:rPr>
              <a:t> loop</a:t>
            </a:r>
            <a:r>
              <a:rPr>
                <a:solidFill>
                  <a:srgbClr val="5E5E5E"/>
                </a:solidFill>
                <a:latin typeface="Courier"/>
              </a:rPr>
              <a:t>()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float</a:t>
            </a:r>
            <a:r>
              <a:rPr>
                <a:solidFill>
                  <a:srgbClr val="003B4F"/>
                </a:solidFill>
                <a:latin typeface="Courier"/>
              </a:rPr>
              <a:t> temp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dht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readTemperature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float</a:t>
            </a:r>
            <a:r>
              <a:rPr>
                <a:solidFill>
                  <a:srgbClr val="003B4F"/>
                </a:solidFill>
                <a:latin typeface="Courier"/>
              </a:rPr>
              <a:t> hum 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dht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readHumidity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isnan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temp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||</a:t>
            </a:r>
            <a:r>
              <a:rPr>
                <a:solidFill>
                  <a:srgbClr val="003B4F"/>
                </a:solidFill>
                <a:latin typeface="Courier"/>
              </a:rPr>
              <a:t> isnan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hum</a:t>
            </a:r>
            <a:r>
              <a:rPr>
                <a:solidFill>
                  <a:srgbClr val="5E5E5E"/>
                </a:solidFill>
                <a:latin typeface="Courier"/>
              </a:rPr>
              <a:t>))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"Gagal membaca sensor DHT22"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delay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return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"Suhu: 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temp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°C"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"Kelembaban: 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hum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%"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String json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"{"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temperature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:"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temp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humidity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:"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hum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device_id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: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DEVICE_ID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"}"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WiFiClientSecure client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client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setInsecure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HTTPClient http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begin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client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API_URL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addHeader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"Content-Type"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"application/json"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addHeader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"Authorization"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"Bearer "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API_TOKEN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int</a:t>
            </a:r>
            <a:r>
              <a:rPr>
                <a:solidFill>
                  <a:srgbClr val="003B4F"/>
                </a:solidFill>
                <a:latin typeface="Courier"/>
              </a:rPr>
              <a:t> httpCode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POST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json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"HTTP Code: 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httpCode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httpCode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getString</a:t>
            </a:r>
            <a:r>
              <a:rPr>
                <a:solidFill>
                  <a:srgbClr val="5E5E5E"/>
                </a:solidFill>
                <a:latin typeface="Courier"/>
              </a:rPr>
              <a:t>());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}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Serial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println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"Gagal mengirim data"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end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delay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3000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}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Penjelasan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 Library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&lt;WiFi.h&gt;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&lt;HTTPClient.h&gt;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#include </a:t>
            </a:r>
            <a:r>
              <a:rPr>
                <a:solidFill>
                  <a:srgbClr val="00769E"/>
                </a:solidFill>
                <a:latin typeface="Courier"/>
              </a:rPr>
              <a:t>&lt;DHT.h&gt;</a:t>
            </a:r>
          </a:p>
          <a:p>
            <a:pPr lvl="0" indent="0" marL="0">
              <a:buNone/>
            </a:pPr>
            <a:r>
              <a:rPr/>
              <a:t>Digunakan untuk:</a:t>
            </a:r>
          </a:p>
          <a:p>
            <a:pPr lvl="0"/>
            <a:r>
              <a:rPr/>
              <a:t>koneksi WiFi</a:t>
            </a:r>
          </a:p>
          <a:p>
            <a:pPr lvl="0"/>
            <a:r>
              <a:rPr/>
              <a:t>komunikasi HTTP</a:t>
            </a:r>
          </a:p>
          <a:p>
            <a:pPr lvl="0"/>
            <a:r>
              <a:rPr/>
              <a:t>pembacaan sensor DHT22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Inisialisasi DHT22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#define DHTPIN 15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#define DHTTYPE </a:t>
            </a:r>
            <a:r>
              <a:rPr>
                <a:solidFill>
                  <a:srgbClr val="003B4F"/>
                </a:solidFill>
                <a:latin typeface="Courier"/>
              </a:rPr>
              <a:t>DHT22</a:t>
            </a:r>
          </a:p>
          <a:p>
            <a:pPr lvl="0" indent="0" marL="0">
              <a:buNone/>
            </a:pPr>
            <a:r>
              <a:rPr/>
              <a:t>Menentukan pin data sensor dan tipe sensor.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Membaca Sensor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float</a:t>
            </a:r>
            <a:r>
              <a:rPr>
                <a:solidFill>
                  <a:srgbClr val="003B4F"/>
                </a:solidFill>
                <a:latin typeface="Courier"/>
              </a:rPr>
              <a:t> temp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dht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readTemperature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  <a:br/>
            <a:r>
              <a:rPr>
                <a:solidFill>
                  <a:srgbClr val="AD0000"/>
                </a:solidFill>
                <a:latin typeface="Courier"/>
              </a:rPr>
              <a:t>float</a:t>
            </a:r>
            <a:r>
              <a:rPr>
                <a:solidFill>
                  <a:srgbClr val="003B4F"/>
                </a:solidFill>
                <a:latin typeface="Courier"/>
              </a:rPr>
              <a:t> hum 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dht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readHumidity</a:t>
            </a:r>
            <a:r>
              <a:rPr>
                <a:solidFill>
                  <a:srgbClr val="5E5E5E"/>
                </a:solidFill>
                <a:latin typeface="Courier"/>
              </a:rPr>
              <a:t>();</a:t>
            </a:r>
          </a:p>
          <a:p>
            <a:pPr lvl="0" indent="0" marL="0">
              <a:buNone/>
            </a:pPr>
            <a:r>
              <a:rPr/>
              <a:t>Digunakan untuk membaca suhu dan kelembaban.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Membuat JSON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String json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"{"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temperature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:"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temp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humidity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:"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hum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device_id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: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String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DEVICE_ID</a:t>
            </a:r>
            <a:r>
              <a:rPr>
                <a:solidFill>
                  <a:srgbClr val="5E5E5E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\"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"}"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Digunakan untuk membentuk data JSON sebelum dikirim ke server.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HTTP POST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int</a:t>
            </a:r>
            <a:r>
              <a:rPr>
                <a:solidFill>
                  <a:srgbClr val="003B4F"/>
                </a:solidFill>
                <a:latin typeface="Courier"/>
              </a:rPr>
              <a:t> httpCode 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 http</a:t>
            </a:r>
            <a:r>
              <a:rPr>
                <a:solidFill>
                  <a:srgbClr val="5E5E5E"/>
                </a:solidFill>
                <a:latin typeface="Courier"/>
              </a:rPr>
              <a:t>.</a:t>
            </a:r>
            <a:r>
              <a:rPr>
                <a:solidFill>
                  <a:srgbClr val="003B4F"/>
                </a:solidFill>
                <a:latin typeface="Courier"/>
              </a:rPr>
              <a:t>POST</a:t>
            </a:r>
            <a:r>
              <a:rPr>
                <a:solidFill>
                  <a:srgbClr val="5E5E5E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json</a:t>
            </a:r>
            <a:r>
              <a:rPr>
                <a:solidFill>
                  <a:srgbClr val="5E5E5E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  <a:r>
              <a:rPr/>
              <a:t>Digunakan untuk mengirim data ke server.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Simulasi Menggunakan Wokwi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Langkah-langkah</a:t>
            </a:r>
          </a:p>
          <a:p>
            <a:pPr lvl="0" indent="-342900" marL="342900">
              <a:buAutoNum type="arabicPeriod"/>
            </a:pPr>
            <a:r>
              <a:rPr/>
              <a:t>Buka </a:t>
            </a:r>
            <a:r>
              <a:rPr>
                <a:hlinkClick r:id="rId2"/>
              </a:rPr>
              <a:t>https://wokwi.com</a:t>
            </a:r>
          </a:p>
          <a:p>
            <a:pPr lvl="0" indent="-342900" marL="342900">
              <a:buAutoNum type="arabicPeriod"/>
            </a:pPr>
            <a:r>
              <a:rPr/>
              <a:t>Buat project ESP32 baru</a:t>
            </a:r>
          </a:p>
          <a:p>
            <a:pPr lvl="0" indent="-342900" marL="342900">
              <a:buAutoNum type="arabicPeriod"/>
            </a:pPr>
            <a:r>
              <a:rPr/>
              <a:t>Tambahkan sensor DHT22</a:t>
            </a:r>
          </a:p>
          <a:p>
            <a:pPr lvl="0" indent="-342900" marL="342900">
              <a:buAutoNum type="arabicPeriod"/>
            </a:pPr>
            <a:r>
              <a:rPr/>
              <a:t>Hubungkan pin sesuai wiring</a:t>
            </a:r>
          </a:p>
          <a:p>
            <a:pPr lvl="0" indent="-342900" marL="342900">
              <a:buAutoNum type="arabicPeriod"/>
            </a:pPr>
            <a:r>
              <a:rPr/>
              <a:t>Upload source code</a:t>
            </a:r>
          </a:p>
          <a:p>
            <a:pPr lvl="0" indent="-342900" marL="342900">
              <a:buAutoNum type="arabicPeriod"/>
            </a:pPr>
            <a:r>
              <a:rPr/>
              <a:t>Jalankan simulasi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Hasil Pengujian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Output Serial Monitor</a:t>
            </a:r>
          </a:p>
          <a:p>
            <a:pPr lvl="0" indent="0">
              <a:buNone/>
            </a:pPr>
            <a:r>
              <a:rPr>
                <a:latin typeface="Courier"/>
              </a:rPr>
              <a:t>WiFi Connected
Suhu: 27.40 °C
Kelembaban: 68.20 %
HTTP Code: 200
Data berhasil disimpan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Analisis</a:t>
            </a:r>
          </a:p>
          <a:p>
            <a:pPr lvl="0" indent="0" marL="0">
              <a:buNone/>
            </a:pPr>
            <a:r>
              <a:rPr/>
              <a:t>Hasil menunjukkan bahwa:</a:t>
            </a:r>
          </a:p>
          <a:p>
            <a:pPr lvl="0"/>
            <a:r>
              <a:rPr/>
              <a:t>ESP32 berhasil terhubung ke WiFi</a:t>
            </a:r>
          </a:p>
          <a:p>
            <a:pPr lvl="0"/>
            <a:r>
              <a:rPr/>
              <a:t>Sensor DHT22 berhasil dibaca</a:t>
            </a:r>
          </a:p>
          <a:p>
            <a:pPr lvl="0"/>
            <a:r>
              <a:rPr/>
              <a:t>Data berhasil dikirim ke server</a:t>
            </a:r>
          </a:p>
          <a:p>
            <a:pPr lvl="0"/>
            <a:r>
              <a:rPr/>
              <a:t>Server memberikan respon HTTP 200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Pada praktikum ini mahasiswa telah berhasil:</a:t>
            </a:r>
          </a:p>
          <a:p>
            <a:pPr lvl="0"/>
            <a:r>
              <a:rPr/>
              <a:t>Menggunakan ESP32 sebagai perangkat IoT</a:t>
            </a:r>
          </a:p>
          <a:p>
            <a:pPr lvl="0"/>
            <a:r>
              <a:rPr/>
              <a:t>Membaca data sensor DHT22</a:t>
            </a:r>
          </a:p>
          <a:p>
            <a:pPr lvl="0"/>
            <a:r>
              <a:rPr/>
              <a:t>Mengirim data ke server menggunakan HTTP POST</a:t>
            </a:r>
          </a:p>
          <a:p>
            <a:pPr lvl="0"/>
            <a:r>
              <a:rPr/>
              <a:t>Mengimplementasikan komunikasi IoT berbasis internet</a:t>
            </a:r>
          </a:p>
          <a:p>
            <a:pPr lvl="0" indent="0" marL="0">
              <a:buNone/>
            </a:pPr>
            <a:r>
              <a:rPr/>
              <a:t>Praktikum ini menjadi dasar untuk pengembangan sistem monitoring IoT yang lebih kompleks.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Daftar Pustaka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Espressif Systems. ESP32 Documentation.</a:t>
            </a:r>
          </a:p>
          <a:p>
            <a:pPr lvl="0" indent="-342900" marL="342900">
              <a:buAutoNum type="arabicPeriod"/>
            </a:pPr>
            <a:r>
              <a:rPr/>
              <a:t>Adafruit Learning System – DHT22 Sensor.</a:t>
            </a:r>
          </a:p>
          <a:p>
            <a:pPr lvl="0" indent="-342900" marL="342900">
              <a:buAutoNum type="arabicPeriod"/>
            </a:pPr>
            <a:r>
              <a:rPr/>
              <a:t>Arduino Documentation.</a:t>
            </a:r>
          </a:p>
          <a:p>
            <a:pPr lvl="0" indent="-342900" marL="342900">
              <a:buAutoNum type="arabicPeriod"/>
            </a:pPr>
            <a:r>
              <a:rPr/>
              <a:t>MQTT and HTTP for IoT Communication.</a:t>
            </a:r>
          </a:p>
          <a:p>
            <a:pPr lvl="0" indent="-342900" marL="342900">
              <a:buAutoNum type="arabicPeriod"/>
            </a:pPr>
            <a:r>
              <a:rPr/>
              <a:t>Wokwi IoT Simulator Documentation.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Praktikum Teknologi Internet of Things</dc:title>
  <dc:creator>Dedy Yasriady, M.Kom.</dc:creator>
  <cp:keywords/>
  <dcterms:created xsi:type="dcterms:W3CDTF">2026-05-24T22:45:15Z</dcterms:created>
  <dcterms:modified xsi:type="dcterms:W3CDTF">2026-05-24T22:45:15Z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2026-05-25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ESP32 dan Sensor DHT22 Mengirim Data ke Web API</vt:lpwstr>
  </property>
  <property fmtid="{D5CDD505-2E9C-101B-9397-08002B2CF9AE}" pid="13" name="toc-title">
    <vt:lpwstr>Daftar Isi</vt:lpwstr>
  </property>
</Properties>
</file>